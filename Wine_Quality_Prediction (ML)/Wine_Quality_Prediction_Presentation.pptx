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0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8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8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1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3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8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9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8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45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66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59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8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52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7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8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Wine Quality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Asif Vahora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Goal: Predict whether wine is Good or Bad</a:t>
            </a:r>
          </a:p>
          <a:p>
            <a:pPr marL="0" indent="0">
              <a:buNone/>
            </a:pPr>
            <a:r>
              <a:rPr dirty="0"/>
              <a:t>• Business Value: Helps maintain quality standards</a:t>
            </a:r>
            <a:r>
              <a:rPr lang="en-US" dirty="0"/>
              <a:t>, s</a:t>
            </a:r>
            <a:r>
              <a:rPr dirty="0"/>
              <a:t>upports production &amp; marketing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1,600+ wine samples with 12 features</a:t>
            </a:r>
          </a:p>
          <a:p>
            <a:pPr marL="0" indent="0">
              <a:buNone/>
            </a:pPr>
            <a:r>
              <a:rPr dirty="0"/>
              <a:t>• Features include acidity, sugar, alcohol, etc.</a:t>
            </a:r>
          </a:p>
          <a:p>
            <a:pPr marL="0" indent="0">
              <a:buNone/>
            </a:pPr>
            <a:r>
              <a:rPr dirty="0"/>
              <a:t>•</a:t>
            </a:r>
            <a:r>
              <a:rPr lang="en-US" dirty="0"/>
              <a:t>Libraries used: Pandas, Scikit-learn, NumPy, Matplotlib, Seaborn.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Logistic Regression – Baseline model</a:t>
            </a:r>
          </a:p>
          <a:p>
            <a:pPr marL="0" indent="0">
              <a:buNone/>
            </a:pPr>
            <a:r>
              <a:rPr dirty="0"/>
              <a:t>• Random Forest – Strong ensemble learner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– Boosting method with robust results</a:t>
            </a:r>
          </a:p>
          <a:p>
            <a:pPr marL="0" indent="0">
              <a:buNone/>
            </a:pPr>
            <a:r>
              <a:rPr dirty="0"/>
              <a:t>• Random Forest + SMOTE – Balanced class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Random Forest: 79% accuracy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79% accuracy</a:t>
            </a:r>
          </a:p>
          <a:p>
            <a:pPr marL="0" indent="0">
              <a:buNone/>
            </a:pPr>
            <a:r>
              <a:rPr dirty="0"/>
              <a:t>• Random Forest + SMOTE: 82% accuracy</a:t>
            </a:r>
          </a:p>
          <a:p>
            <a:pPr marL="0" indent="0">
              <a:buNone/>
            </a:pPr>
            <a:r>
              <a:rPr dirty="0"/>
              <a:t>• SMOTE improved recall &amp; fairness across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&amp; Final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ROC AUC used for model evaluation</a:t>
            </a:r>
          </a:p>
          <a:p>
            <a:pPr marL="0" indent="0">
              <a:buNone/>
            </a:pPr>
            <a:r>
              <a:rPr dirty="0"/>
              <a:t>• Final Model: Random Forest + SMOTE</a:t>
            </a:r>
          </a:p>
          <a:p>
            <a:pPr marL="0" indent="0">
              <a:buNone/>
            </a:pPr>
            <a:r>
              <a:rPr dirty="0"/>
              <a:t>• Balanced precision-recall and improved fairness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Ensemble models outperform simpler baselines</a:t>
            </a:r>
          </a:p>
          <a:p>
            <a:pPr marL="0" indent="0">
              <a:buNone/>
            </a:pPr>
            <a:r>
              <a:rPr dirty="0"/>
              <a:t>• SMOTE helps address class imbalance</a:t>
            </a:r>
          </a:p>
          <a:p>
            <a:pPr marL="0" indent="0">
              <a:buNone/>
            </a:pPr>
            <a:r>
              <a:rPr dirty="0"/>
              <a:t>• Achieved 82% accuracy with fair predictions</a:t>
            </a:r>
          </a:p>
          <a:p>
            <a:pPr marL="0" indent="0">
              <a:buNone/>
            </a:pPr>
            <a:r>
              <a:rPr dirty="0"/>
              <a:t>• Supports wineries in quality control &amp; decision-making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196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Wine Quality Prediction using Machine Learning</vt:lpstr>
      <vt:lpstr>Problem Statement &amp; Objective</vt:lpstr>
      <vt:lpstr>Dataset Overview &amp; EDA</vt:lpstr>
      <vt:lpstr>Models Applied</vt:lpstr>
      <vt:lpstr>Model Comparison</vt:lpstr>
      <vt:lpstr>ROC Curve &amp; Final Model</vt:lpstr>
      <vt:lpstr>Conclusion &amp;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Asif Vahora</cp:lastModifiedBy>
  <cp:revision>2</cp:revision>
  <dcterms:created xsi:type="dcterms:W3CDTF">2013-01-27T09:14:16Z</dcterms:created>
  <dcterms:modified xsi:type="dcterms:W3CDTF">2025-09-13T05:54:26Z</dcterms:modified>
  <cp:category/>
</cp:coreProperties>
</file>